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9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Sharma" userId="ea37a4fbc9fb3e3c" providerId="LiveId" clId="{7B1C4C96-07CB-4EE1-902A-77E4A93775D3}"/>
    <pc:docChg chg="undo custSel addSld delSld modSld sldOrd">
      <pc:chgData name="Vaishnavi Sharma" userId="ea37a4fbc9fb3e3c" providerId="LiveId" clId="{7B1C4C96-07CB-4EE1-902A-77E4A93775D3}" dt="2026-06-02T10:13:47.001" v="344" actId="20577"/>
      <pc:docMkLst>
        <pc:docMk/>
      </pc:docMkLst>
      <pc:sldChg chg="ord modTransition">
        <pc:chgData name="Vaishnavi Sharma" userId="ea37a4fbc9fb3e3c" providerId="LiveId" clId="{7B1C4C96-07CB-4EE1-902A-77E4A93775D3}" dt="2026-05-21T17:35:00.204" v="106"/>
        <pc:sldMkLst>
          <pc:docMk/>
          <pc:sldMk cId="2874752358" sldId="256"/>
        </pc:sldMkLst>
      </pc:sldChg>
      <pc:sldChg chg="delSp modSp mod modAnim">
        <pc:chgData name="Vaishnavi Sharma" userId="ea37a4fbc9fb3e3c" providerId="LiveId" clId="{7B1C4C96-07CB-4EE1-902A-77E4A93775D3}" dt="2026-05-21T17:35:45.143" v="109"/>
        <pc:sldMkLst>
          <pc:docMk/>
          <pc:sldMk cId="2666473730" sldId="258"/>
        </pc:sldMkLst>
        <pc:spChg chg="mod">
          <ac:chgData name="Vaishnavi Sharma" userId="ea37a4fbc9fb3e3c" providerId="LiveId" clId="{7B1C4C96-07CB-4EE1-902A-77E4A93775D3}" dt="2026-05-21T17:15:07.753" v="15" actId="27636"/>
          <ac:spMkLst>
            <pc:docMk/>
            <pc:sldMk cId="2666473730" sldId="258"/>
            <ac:spMk id="3" creationId="{85737E25-DCE0-0486-BDFA-0D40907774B9}"/>
          </ac:spMkLst>
        </pc:spChg>
      </pc:sldChg>
      <pc:sldChg chg="addSp delSp modSp mod">
        <pc:chgData name="Vaishnavi Sharma" userId="ea37a4fbc9fb3e3c" providerId="LiveId" clId="{7B1C4C96-07CB-4EE1-902A-77E4A93775D3}" dt="2026-05-21T17:20:26.112" v="32" actId="14100"/>
        <pc:sldMkLst>
          <pc:docMk/>
          <pc:sldMk cId="3029338754" sldId="259"/>
        </pc:sldMkLst>
        <pc:picChg chg="add mod">
          <ac:chgData name="Vaishnavi Sharma" userId="ea37a4fbc9fb3e3c" providerId="LiveId" clId="{7B1C4C96-07CB-4EE1-902A-77E4A93775D3}" dt="2026-05-21T17:20:15.864" v="29" actId="14100"/>
          <ac:picMkLst>
            <pc:docMk/>
            <pc:sldMk cId="3029338754" sldId="259"/>
            <ac:picMk id="9" creationId="{13F6343E-E6C8-7904-ED96-6FA4CFF2377E}"/>
          </ac:picMkLst>
        </pc:picChg>
        <pc:picChg chg="add mod">
          <ac:chgData name="Vaishnavi Sharma" userId="ea37a4fbc9fb3e3c" providerId="LiveId" clId="{7B1C4C96-07CB-4EE1-902A-77E4A93775D3}" dt="2026-05-21T17:20:26.112" v="32" actId="14100"/>
          <ac:picMkLst>
            <pc:docMk/>
            <pc:sldMk cId="3029338754" sldId="259"/>
            <ac:picMk id="11" creationId="{FA8C9C59-F836-55E9-63D7-BD20AAA8FB49}"/>
          </ac:picMkLst>
        </pc:picChg>
      </pc:sldChg>
      <pc:sldChg chg="addSp delSp modSp mod">
        <pc:chgData name="Vaishnavi Sharma" userId="ea37a4fbc9fb3e3c" providerId="LiveId" clId="{7B1C4C96-07CB-4EE1-902A-77E4A93775D3}" dt="2026-05-21T17:23:57.802" v="43" actId="14100"/>
        <pc:sldMkLst>
          <pc:docMk/>
          <pc:sldMk cId="2467675485" sldId="260"/>
        </pc:sldMkLst>
        <pc:picChg chg="add mod">
          <ac:chgData name="Vaishnavi Sharma" userId="ea37a4fbc9fb3e3c" providerId="LiveId" clId="{7B1C4C96-07CB-4EE1-902A-77E4A93775D3}" dt="2026-05-21T17:23:48.477" v="40" actId="14100"/>
          <ac:picMkLst>
            <pc:docMk/>
            <pc:sldMk cId="2467675485" sldId="260"/>
            <ac:picMk id="5" creationId="{07C440D1-D69F-3538-9DAF-8195F8D2B9B2}"/>
          </ac:picMkLst>
        </pc:picChg>
        <pc:picChg chg="add mod">
          <ac:chgData name="Vaishnavi Sharma" userId="ea37a4fbc9fb3e3c" providerId="LiveId" clId="{7B1C4C96-07CB-4EE1-902A-77E4A93775D3}" dt="2026-05-21T17:23:57.802" v="43" actId="14100"/>
          <ac:picMkLst>
            <pc:docMk/>
            <pc:sldMk cId="2467675485" sldId="260"/>
            <ac:picMk id="7" creationId="{545DB98A-D074-27EC-12A5-33A23DDF2D52}"/>
          </ac:picMkLst>
        </pc:picChg>
      </pc:sldChg>
      <pc:sldChg chg="addSp delSp modSp mod">
        <pc:chgData name="Vaishnavi Sharma" userId="ea37a4fbc9fb3e3c" providerId="LiveId" clId="{7B1C4C96-07CB-4EE1-902A-77E4A93775D3}" dt="2026-05-21T17:26:14.571" v="54" actId="1076"/>
        <pc:sldMkLst>
          <pc:docMk/>
          <pc:sldMk cId="104657596" sldId="261"/>
        </pc:sldMkLst>
        <pc:picChg chg="add mod">
          <ac:chgData name="Vaishnavi Sharma" userId="ea37a4fbc9fb3e3c" providerId="LiveId" clId="{7B1C4C96-07CB-4EE1-902A-77E4A93775D3}" dt="2026-05-21T17:26:14.571" v="54" actId="1076"/>
          <ac:picMkLst>
            <pc:docMk/>
            <pc:sldMk cId="104657596" sldId="261"/>
            <ac:picMk id="5" creationId="{B3E85077-67D7-12A6-90CB-AE9985F7AC1C}"/>
          </ac:picMkLst>
        </pc:picChg>
        <pc:picChg chg="add mod">
          <ac:chgData name="Vaishnavi Sharma" userId="ea37a4fbc9fb3e3c" providerId="LiveId" clId="{7B1C4C96-07CB-4EE1-902A-77E4A93775D3}" dt="2026-05-21T17:26:04.643" v="51" actId="14100"/>
          <ac:picMkLst>
            <pc:docMk/>
            <pc:sldMk cId="104657596" sldId="261"/>
            <ac:picMk id="7" creationId="{E03BCC33-F421-C47F-0635-F774F584CD4A}"/>
          </ac:picMkLst>
        </pc:picChg>
      </pc:sldChg>
      <pc:sldChg chg="addSp delSp modSp mod">
        <pc:chgData name="Vaishnavi Sharma" userId="ea37a4fbc9fb3e3c" providerId="LiveId" clId="{7B1C4C96-07CB-4EE1-902A-77E4A93775D3}" dt="2026-05-21T17:28:39.476" v="78" actId="14100"/>
        <pc:sldMkLst>
          <pc:docMk/>
          <pc:sldMk cId="76527393" sldId="262"/>
        </pc:sldMkLst>
        <pc:picChg chg="add mod">
          <ac:chgData name="Vaishnavi Sharma" userId="ea37a4fbc9fb3e3c" providerId="LiveId" clId="{7B1C4C96-07CB-4EE1-902A-77E4A93775D3}" dt="2026-05-21T17:28:28.530" v="75" actId="14100"/>
          <ac:picMkLst>
            <pc:docMk/>
            <pc:sldMk cId="76527393" sldId="262"/>
            <ac:picMk id="5" creationId="{070BE81F-2646-6193-95C7-066446DAA975}"/>
          </ac:picMkLst>
        </pc:picChg>
        <pc:picChg chg="add mod">
          <ac:chgData name="Vaishnavi Sharma" userId="ea37a4fbc9fb3e3c" providerId="LiveId" clId="{7B1C4C96-07CB-4EE1-902A-77E4A93775D3}" dt="2026-05-21T17:28:39.476" v="78" actId="14100"/>
          <ac:picMkLst>
            <pc:docMk/>
            <pc:sldMk cId="76527393" sldId="262"/>
            <ac:picMk id="7" creationId="{4E46CD67-E5D0-2339-4E60-1D1D4A43EC5A}"/>
          </ac:picMkLst>
        </pc:picChg>
      </pc:sldChg>
      <pc:sldChg chg="addSp modSp new mod">
        <pc:chgData name="Vaishnavi Sharma" userId="ea37a4fbc9fb3e3c" providerId="LiveId" clId="{7B1C4C96-07CB-4EE1-902A-77E4A93775D3}" dt="2026-05-21T17:30:45.328" v="82" actId="1076"/>
        <pc:sldMkLst>
          <pc:docMk/>
          <pc:sldMk cId="3139171769" sldId="263"/>
        </pc:sldMkLst>
        <pc:picChg chg="add mod">
          <ac:chgData name="Vaishnavi Sharma" userId="ea37a4fbc9fb3e3c" providerId="LiveId" clId="{7B1C4C96-07CB-4EE1-902A-77E4A93775D3}" dt="2026-05-21T17:30:22.645" v="80" actId="1076"/>
          <ac:picMkLst>
            <pc:docMk/>
            <pc:sldMk cId="3139171769" sldId="263"/>
            <ac:picMk id="3" creationId="{F19D6444-FB62-7F1E-EEC1-639B02821D1A}"/>
          </ac:picMkLst>
        </pc:picChg>
        <pc:picChg chg="add mod">
          <ac:chgData name="Vaishnavi Sharma" userId="ea37a4fbc9fb3e3c" providerId="LiveId" clId="{7B1C4C96-07CB-4EE1-902A-77E4A93775D3}" dt="2026-05-21T17:30:45.328" v="82" actId="1076"/>
          <ac:picMkLst>
            <pc:docMk/>
            <pc:sldMk cId="3139171769" sldId="263"/>
            <ac:picMk id="5" creationId="{8171D5A3-866D-96AB-3DC4-FDEA491DF953}"/>
          </ac:picMkLst>
        </pc:picChg>
      </pc:sldChg>
      <pc:sldChg chg="addSp modSp new mod">
        <pc:chgData name="Vaishnavi Sharma" userId="ea37a4fbc9fb3e3c" providerId="LiveId" clId="{7B1C4C96-07CB-4EE1-902A-77E4A93775D3}" dt="2026-05-21T17:32:10.703" v="85" actId="931"/>
        <pc:sldMkLst>
          <pc:docMk/>
          <pc:sldMk cId="3842069618" sldId="264"/>
        </pc:sldMkLst>
        <pc:picChg chg="add mod">
          <ac:chgData name="Vaishnavi Sharma" userId="ea37a4fbc9fb3e3c" providerId="LiveId" clId="{7B1C4C96-07CB-4EE1-902A-77E4A93775D3}" dt="2026-05-21T17:32:00.233" v="84" actId="1076"/>
          <ac:picMkLst>
            <pc:docMk/>
            <pc:sldMk cId="3842069618" sldId="264"/>
            <ac:picMk id="3" creationId="{7791DD1B-FFA9-4EB8-3C6E-75D11F9D8D33}"/>
          </ac:picMkLst>
        </pc:picChg>
        <pc:picChg chg="add mod">
          <ac:chgData name="Vaishnavi Sharma" userId="ea37a4fbc9fb3e3c" providerId="LiveId" clId="{7B1C4C96-07CB-4EE1-902A-77E4A93775D3}" dt="2026-05-21T17:32:10.703" v="85" actId="931"/>
          <ac:picMkLst>
            <pc:docMk/>
            <pc:sldMk cId="3842069618" sldId="264"/>
            <ac:picMk id="5" creationId="{4D37CAB7-D9EA-7650-5AA4-A73AAC29EF6C}"/>
          </ac:picMkLst>
        </pc:picChg>
      </pc:sldChg>
      <pc:sldChg chg="addSp modSp new mod">
        <pc:chgData name="Vaishnavi Sharma" userId="ea37a4fbc9fb3e3c" providerId="LiveId" clId="{7B1C4C96-07CB-4EE1-902A-77E4A93775D3}" dt="2026-05-22T05:39:31.207" v="122" actId="1076"/>
        <pc:sldMkLst>
          <pc:docMk/>
          <pc:sldMk cId="305332468" sldId="276"/>
        </pc:sldMkLst>
        <pc:spChg chg="mod">
          <ac:chgData name="Vaishnavi Sharma" userId="ea37a4fbc9fb3e3c" providerId="LiveId" clId="{7B1C4C96-07CB-4EE1-902A-77E4A93775D3}" dt="2026-05-22T05:37:29.079" v="115" actId="207"/>
          <ac:spMkLst>
            <pc:docMk/>
            <pc:sldMk cId="305332468" sldId="276"/>
            <ac:spMk id="2" creationId="{82C1CAD8-39E1-B434-13F7-A1842FD35A8A}"/>
          </ac:spMkLst>
        </pc:spChg>
        <pc:picChg chg="add mod">
          <ac:chgData name="Vaishnavi Sharma" userId="ea37a4fbc9fb3e3c" providerId="LiveId" clId="{7B1C4C96-07CB-4EE1-902A-77E4A93775D3}" dt="2026-05-22T05:38:52.599" v="117" actId="1076"/>
          <ac:picMkLst>
            <pc:docMk/>
            <pc:sldMk cId="305332468" sldId="276"/>
            <ac:picMk id="4" creationId="{234A5E8F-ADB9-5F55-DCA1-5A8643446F9F}"/>
          </ac:picMkLst>
        </pc:picChg>
        <pc:picChg chg="add mod">
          <ac:chgData name="Vaishnavi Sharma" userId="ea37a4fbc9fb3e3c" providerId="LiveId" clId="{7B1C4C96-07CB-4EE1-902A-77E4A93775D3}" dt="2026-05-22T05:39:31.207" v="122" actId="1076"/>
          <ac:picMkLst>
            <pc:docMk/>
            <pc:sldMk cId="305332468" sldId="276"/>
            <ac:picMk id="6" creationId="{988D491A-9662-54F0-56D8-EEE413106EA8}"/>
          </ac:picMkLst>
        </pc:picChg>
      </pc:sldChg>
      <pc:sldChg chg="addSp modSp new mod">
        <pc:chgData name="Vaishnavi Sharma" userId="ea37a4fbc9fb3e3c" providerId="LiveId" clId="{7B1C4C96-07CB-4EE1-902A-77E4A93775D3}" dt="2026-05-22T05:42:10.299" v="150" actId="1076"/>
        <pc:sldMkLst>
          <pc:docMk/>
          <pc:sldMk cId="3664721646" sldId="277"/>
        </pc:sldMkLst>
        <pc:spChg chg="mod">
          <ac:chgData name="Vaishnavi Sharma" userId="ea37a4fbc9fb3e3c" providerId="LiveId" clId="{7B1C4C96-07CB-4EE1-902A-77E4A93775D3}" dt="2026-05-22T05:41:08.647" v="146" actId="14100"/>
          <ac:spMkLst>
            <pc:docMk/>
            <pc:sldMk cId="3664721646" sldId="277"/>
            <ac:spMk id="2" creationId="{9D81B9C0-DA65-60C4-BC67-9DBD4CAAF8F4}"/>
          </ac:spMkLst>
        </pc:spChg>
        <pc:picChg chg="add mod">
          <ac:chgData name="Vaishnavi Sharma" userId="ea37a4fbc9fb3e3c" providerId="LiveId" clId="{7B1C4C96-07CB-4EE1-902A-77E4A93775D3}" dt="2026-05-22T05:41:58.316" v="148" actId="1076"/>
          <ac:picMkLst>
            <pc:docMk/>
            <pc:sldMk cId="3664721646" sldId="277"/>
            <ac:picMk id="4" creationId="{5DFB8A0D-7016-83D7-A491-85CECB4D6480}"/>
          </ac:picMkLst>
        </pc:picChg>
        <pc:picChg chg="add mod">
          <ac:chgData name="Vaishnavi Sharma" userId="ea37a4fbc9fb3e3c" providerId="LiveId" clId="{7B1C4C96-07CB-4EE1-902A-77E4A93775D3}" dt="2026-05-22T05:42:10.299" v="150" actId="1076"/>
          <ac:picMkLst>
            <pc:docMk/>
            <pc:sldMk cId="3664721646" sldId="277"/>
            <ac:picMk id="6" creationId="{C0A177AB-1D36-AE74-1D76-F3C5AE06F475}"/>
          </ac:picMkLst>
        </pc:picChg>
      </pc:sldChg>
      <pc:sldChg chg="addSp modSp new mod">
        <pc:chgData name="Vaishnavi Sharma" userId="ea37a4fbc9fb3e3c" providerId="LiveId" clId="{7B1C4C96-07CB-4EE1-902A-77E4A93775D3}" dt="2026-05-22T05:44:13.777" v="158" actId="931"/>
        <pc:sldMkLst>
          <pc:docMk/>
          <pc:sldMk cId="3724899711" sldId="278"/>
        </pc:sldMkLst>
        <pc:spChg chg="mod">
          <ac:chgData name="Vaishnavi Sharma" userId="ea37a4fbc9fb3e3c" providerId="LiveId" clId="{7B1C4C96-07CB-4EE1-902A-77E4A93775D3}" dt="2026-05-22T05:43:15.846" v="155" actId="1076"/>
          <ac:spMkLst>
            <pc:docMk/>
            <pc:sldMk cId="3724899711" sldId="278"/>
            <ac:spMk id="2" creationId="{52D0AAF8-8CB2-5318-542C-6FED2463D1EA}"/>
          </ac:spMkLst>
        </pc:spChg>
        <pc:picChg chg="add mod">
          <ac:chgData name="Vaishnavi Sharma" userId="ea37a4fbc9fb3e3c" providerId="LiveId" clId="{7B1C4C96-07CB-4EE1-902A-77E4A93775D3}" dt="2026-05-22T05:44:05.588" v="157" actId="1076"/>
          <ac:picMkLst>
            <pc:docMk/>
            <pc:sldMk cId="3724899711" sldId="278"/>
            <ac:picMk id="4" creationId="{ED25D6CE-A609-9AC5-D53B-4802FF71A691}"/>
          </ac:picMkLst>
        </pc:picChg>
        <pc:picChg chg="add mod">
          <ac:chgData name="Vaishnavi Sharma" userId="ea37a4fbc9fb3e3c" providerId="LiveId" clId="{7B1C4C96-07CB-4EE1-902A-77E4A93775D3}" dt="2026-05-22T05:44:13.777" v="158" actId="931"/>
          <ac:picMkLst>
            <pc:docMk/>
            <pc:sldMk cId="3724899711" sldId="278"/>
            <ac:picMk id="6" creationId="{78F86C59-E4EB-2748-3747-140FBC283D01}"/>
          </ac:picMkLst>
        </pc:picChg>
      </pc:sldChg>
      <pc:sldChg chg="addSp modSp new mod">
        <pc:chgData name="Vaishnavi Sharma" userId="ea37a4fbc9fb3e3c" providerId="LiveId" clId="{7B1C4C96-07CB-4EE1-902A-77E4A93775D3}" dt="2026-05-22T05:47:03.441" v="175" actId="1076"/>
        <pc:sldMkLst>
          <pc:docMk/>
          <pc:sldMk cId="3602277671" sldId="279"/>
        </pc:sldMkLst>
        <pc:spChg chg="mod">
          <ac:chgData name="Vaishnavi Sharma" userId="ea37a4fbc9fb3e3c" providerId="LiveId" clId="{7B1C4C96-07CB-4EE1-902A-77E4A93775D3}" dt="2026-05-22T05:46:27.140" v="170" actId="403"/>
          <ac:spMkLst>
            <pc:docMk/>
            <pc:sldMk cId="3602277671" sldId="279"/>
            <ac:spMk id="2" creationId="{ACB03A37-CCBE-03C9-96B1-23DAC5E7DA35}"/>
          </ac:spMkLst>
        </pc:spChg>
        <pc:picChg chg="add mod">
          <ac:chgData name="Vaishnavi Sharma" userId="ea37a4fbc9fb3e3c" providerId="LiveId" clId="{7B1C4C96-07CB-4EE1-902A-77E4A93775D3}" dt="2026-05-22T05:46:50.340" v="172" actId="1076"/>
          <ac:picMkLst>
            <pc:docMk/>
            <pc:sldMk cId="3602277671" sldId="279"/>
            <ac:picMk id="4" creationId="{E49A0016-28EE-E1DA-105D-999A45D4232B}"/>
          </ac:picMkLst>
        </pc:picChg>
        <pc:picChg chg="add mod">
          <ac:chgData name="Vaishnavi Sharma" userId="ea37a4fbc9fb3e3c" providerId="LiveId" clId="{7B1C4C96-07CB-4EE1-902A-77E4A93775D3}" dt="2026-05-22T05:47:03.441" v="175" actId="1076"/>
          <ac:picMkLst>
            <pc:docMk/>
            <pc:sldMk cId="3602277671" sldId="279"/>
            <ac:picMk id="6" creationId="{F03E9097-C512-DA91-5A69-2E662C21793E}"/>
          </ac:picMkLst>
        </pc:picChg>
      </pc:sldChg>
      <pc:sldChg chg="addSp delSp modSp new mod">
        <pc:chgData name="Vaishnavi Sharma" userId="ea37a4fbc9fb3e3c" providerId="LiveId" clId="{7B1C4C96-07CB-4EE1-902A-77E4A93775D3}" dt="2026-05-22T05:49:33.719" v="191" actId="732"/>
        <pc:sldMkLst>
          <pc:docMk/>
          <pc:sldMk cId="3775148981" sldId="280"/>
        </pc:sldMkLst>
        <pc:spChg chg="mod">
          <ac:chgData name="Vaishnavi Sharma" userId="ea37a4fbc9fb3e3c" providerId="LiveId" clId="{7B1C4C96-07CB-4EE1-902A-77E4A93775D3}" dt="2026-05-22T05:47:48.092" v="183" actId="1076"/>
          <ac:spMkLst>
            <pc:docMk/>
            <pc:sldMk cId="3775148981" sldId="280"/>
            <ac:spMk id="2" creationId="{DBAF7DEB-49CD-F46F-5990-58260118FAD8}"/>
          </ac:spMkLst>
        </pc:spChg>
        <pc:picChg chg="add mod modCrop">
          <ac:chgData name="Vaishnavi Sharma" userId="ea37a4fbc9fb3e3c" providerId="LiveId" clId="{7B1C4C96-07CB-4EE1-902A-77E4A93775D3}" dt="2026-05-22T05:49:33.719" v="191" actId="732"/>
          <ac:picMkLst>
            <pc:docMk/>
            <pc:sldMk cId="3775148981" sldId="280"/>
            <ac:picMk id="6" creationId="{5DBBE154-8C1C-5581-F8D2-29D0A3F20A53}"/>
          </ac:picMkLst>
        </pc:picChg>
        <pc:picChg chg="add mod">
          <ac:chgData name="Vaishnavi Sharma" userId="ea37a4fbc9fb3e3c" providerId="LiveId" clId="{7B1C4C96-07CB-4EE1-902A-77E4A93775D3}" dt="2026-05-22T05:49:12.981" v="189" actId="1076"/>
          <ac:picMkLst>
            <pc:docMk/>
            <pc:sldMk cId="3775148981" sldId="280"/>
            <ac:picMk id="8" creationId="{3229588D-AA91-4195-1A56-7BBC008F3376}"/>
          </ac:picMkLst>
        </pc:picChg>
      </pc:sldChg>
      <pc:sldChg chg="addSp modSp new mod">
        <pc:chgData name="Vaishnavi Sharma" userId="ea37a4fbc9fb3e3c" providerId="LiveId" clId="{7B1C4C96-07CB-4EE1-902A-77E4A93775D3}" dt="2026-06-02T04:30:47.009" v="325" actId="14100"/>
        <pc:sldMkLst>
          <pc:docMk/>
          <pc:sldMk cId="1265061831" sldId="281"/>
        </pc:sldMkLst>
        <pc:spChg chg="mod">
          <ac:chgData name="Vaishnavi Sharma" userId="ea37a4fbc9fb3e3c" providerId="LiveId" clId="{7B1C4C96-07CB-4EE1-902A-77E4A93775D3}" dt="2026-05-22T05:50:22.301" v="196" actId="14100"/>
          <ac:spMkLst>
            <pc:docMk/>
            <pc:sldMk cId="1265061831" sldId="281"/>
            <ac:spMk id="2" creationId="{CE59B1D8-0729-4655-E4C3-A9D93FB60117}"/>
          </ac:spMkLst>
        </pc:spChg>
        <pc:picChg chg="add mod">
          <ac:chgData name="Vaishnavi Sharma" userId="ea37a4fbc9fb3e3c" providerId="LiveId" clId="{7B1C4C96-07CB-4EE1-902A-77E4A93775D3}" dt="2026-06-02T04:30:47.009" v="325" actId="14100"/>
          <ac:picMkLst>
            <pc:docMk/>
            <pc:sldMk cId="1265061831" sldId="281"/>
            <ac:picMk id="4" creationId="{E6552C2C-60DF-7C6E-7780-6DA7309590A6}"/>
          </ac:picMkLst>
        </pc:picChg>
        <pc:picChg chg="add mod">
          <ac:chgData name="Vaishnavi Sharma" userId="ea37a4fbc9fb3e3c" providerId="LiveId" clId="{7B1C4C96-07CB-4EE1-902A-77E4A93775D3}" dt="2026-06-02T04:30:36.574" v="323" actId="1076"/>
          <ac:picMkLst>
            <pc:docMk/>
            <pc:sldMk cId="1265061831" sldId="281"/>
            <ac:picMk id="6" creationId="{15254486-0970-59DF-CFDE-62F894BCAE77}"/>
          </ac:picMkLst>
        </pc:picChg>
      </pc:sldChg>
      <pc:sldChg chg="addSp modSp new mod">
        <pc:chgData name="Vaishnavi Sharma" userId="ea37a4fbc9fb3e3c" providerId="LiveId" clId="{7B1C4C96-07CB-4EE1-902A-77E4A93775D3}" dt="2026-06-02T04:29:58.506" v="317" actId="1076"/>
        <pc:sldMkLst>
          <pc:docMk/>
          <pc:sldMk cId="1608154901" sldId="282"/>
        </pc:sldMkLst>
        <pc:spChg chg="mod">
          <ac:chgData name="Vaishnavi Sharma" userId="ea37a4fbc9fb3e3c" providerId="LiveId" clId="{7B1C4C96-07CB-4EE1-902A-77E4A93775D3}" dt="2026-05-22T05:51:52.491" v="205" actId="1076"/>
          <ac:spMkLst>
            <pc:docMk/>
            <pc:sldMk cId="1608154901" sldId="282"/>
            <ac:spMk id="2" creationId="{961DC395-F71C-27A4-25CF-4BD5E8520BDD}"/>
          </ac:spMkLst>
        </pc:spChg>
        <pc:picChg chg="add mod modCrop">
          <ac:chgData name="Vaishnavi Sharma" userId="ea37a4fbc9fb3e3c" providerId="LiveId" clId="{7B1C4C96-07CB-4EE1-902A-77E4A93775D3}" dt="2026-06-02T04:29:50.360" v="314" actId="1076"/>
          <ac:picMkLst>
            <pc:docMk/>
            <pc:sldMk cId="1608154901" sldId="282"/>
            <ac:picMk id="4" creationId="{58251860-3855-1390-FD6D-22057E541C60}"/>
          </ac:picMkLst>
        </pc:picChg>
        <pc:picChg chg="add mod">
          <ac:chgData name="Vaishnavi Sharma" userId="ea37a4fbc9fb3e3c" providerId="LiveId" clId="{7B1C4C96-07CB-4EE1-902A-77E4A93775D3}" dt="2026-06-02T04:29:58.506" v="317" actId="1076"/>
          <ac:picMkLst>
            <pc:docMk/>
            <pc:sldMk cId="1608154901" sldId="282"/>
            <ac:picMk id="6" creationId="{54151B5B-6033-B281-2DE3-DB2E9D5FBB69}"/>
          </ac:picMkLst>
        </pc:picChg>
      </pc:sldChg>
      <pc:sldChg chg="addSp modSp new mod">
        <pc:chgData name="Vaishnavi Sharma" userId="ea37a4fbc9fb3e3c" providerId="LiveId" clId="{7B1C4C96-07CB-4EE1-902A-77E4A93775D3}" dt="2026-05-22T05:55:02.215" v="218" actId="1076"/>
        <pc:sldMkLst>
          <pc:docMk/>
          <pc:sldMk cId="2762645395" sldId="283"/>
        </pc:sldMkLst>
        <pc:spChg chg="mod">
          <ac:chgData name="Vaishnavi Sharma" userId="ea37a4fbc9fb3e3c" providerId="LiveId" clId="{7B1C4C96-07CB-4EE1-902A-77E4A93775D3}" dt="2026-05-22T05:54:06.073" v="214" actId="1076"/>
          <ac:spMkLst>
            <pc:docMk/>
            <pc:sldMk cId="2762645395" sldId="283"/>
            <ac:spMk id="2" creationId="{E0DDC2D4-CFB9-30E1-92EE-0DC67FEAF36C}"/>
          </ac:spMkLst>
        </pc:spChg>
        <pc:picChg chg="add mod">
          <ac:chgData name="Vaishnavi Sharma" userId="ea37a4fbc9fb3e3c" providerId="LiveId" clId="{7B1C4C96-07CB-4EE1-902A-77E4A93775D3}" dt="2026-05-22T05:54:46.428" v="216" actId="1076"/>
          <ac:picMkLst>
            <pc:docMk/>
            <pc:sldMk cId="2762645395" sldId="283"/>
            <ac:picMk id="4" creationId="{5D37475C-D74A-8AC7-13CF-C606DFA40F4D}"/>
          </ac:picMkLst>
        </pc:picChg>
        <pc:picChg chg="add mod">
          <ac:chgData name="Vaishnavi Sharma" userId="ea37a4fbc9fb3e3c" providerId="LiveId" clId="{7B1C4C96-07CB-4EE1-902A-77E4A93775D3}" dt="2026-05-22T05:55:02.215" v="218" actId="1076"/>
          <ac:picMkLst>
            <pc:docMk/>
            <pc:sldMk cId="2762645395" sldId="283"/>
            <ac:picMk id="6" creationId="{4868B16C-1580-7E7F-4479-9D8BBFA5825A}"/>
          </ac:picMkLst>
        </pc:picChg>
      </pc:sldChg>
      <pc:sldChg chg="addSp modSp new mod">
        <pc:chgData name="Vaishnavi Sharma" userId="ea37a4fbc9fb3e3c" providerId="LiveId" clId="{7B1C4C96-07CB-4EE1-902A-77E4A93775D3}" dt="2026-06-02T04:27:59.578" v="283" actId="1076"/>
        <pc:sldMkLst>
          <pc:docMk/>
          <pc:sldMk cId="2505677428" sldId="284"/>
        </pc:sldMkLst>
        <pc:spChg chg="mod">
          <ac:chgData name="Vaishnavi Sharma" userId="ea37a4fbc9fb3e3c" providerId="LiveId" clId="{7B1C4C96-07CB-4EE1-902A-77E4A93775D3}" dt="2026-05-22T05:56:10.263" v="228" actId="1076"/>
          <ac:spMkLst>
            <pc:docMk/>
            <pc:sldMk cId="2505677428" sldId="284"/>
            <ac:spMk id="2" creationId="{D6393B45-5E1E-F997-A969-AD359119F145}"/>
          </ac:spMkLst>
        </pc:spChg>
        <pc:picChg chg="add mod modCrop">
          <ac:chgData name="Vaishnavi Sharma" userId="ea37a4fbc9fb3e3c" providerId="LiveId" clId="{7B1C4C96-07CB-4EE1-902A-77E4A93775D3}" dt="2026-06-02T04:27:53.102" v="282" actId="1076"/>
          <ac:picMkLst>
            <pc:docMk/>
            <pc:sldMk cId="2505677428" sldId="284"/>
            <ac:picMk id="4" creationId="{CF47A00A-6624-DDF8-9983-F85F2516EFAA}"/>
          </ac:picMkLst>
        </pc:picChg>
        <pc:picChg chg="add mod modCrop">
          <ac:chgData name="Vaishnavi Sharma" userId="ea37a4fbc9fb3e3c" providerId="LiveId" clId="{7B1C4C96-07CB-4EE1-902A-77E4A93775D3}" dt="2026-06-02T04:27:59.578" v="283" actId="1076"/>
          <ac:picMkLst>
            <pc:docMk/>
            <pc:sldMk cId="2505677428" sldId="284"/>
            <ac:picMk id="6" creationId="{2837302B-E8BA-23D2-D085-38B799F8BC44}"/>
          </ac:picMkLst>
        </pc:picChg>
      </pc:sldChg>
      <pc:sldChg chg="addSp modSp new mod">
        <pc:chgData name="Vaishnavi Sharma" userId="ea37a4fbc9fb3e3c" providerId="LiveId" clId="{7B1C4C96-07CB-4EE1-902A-77E4A93775D3}" dt="2026-05-22T05:59:16.934" v="242" actId="1076"/>
        <pc:sldMkLst>
          <pc:docMk/>
          <pc:sldMk cId="1740875932" sldId="285"/>
        </pc:sldMkLst>
        <pc:spChg chg="mod">
          <ac:chgData name="Vaishnavi Sharma" userId="ea37a4fbc9fb3e3c" providerId="LiveId" clId="{7B1C4C96-07CB-4EE1-902A-77E4A93775D3}" dt="2026-05-22T05:58:16.942" v="238" actId="1076"/>
          <ac:spMkLst>
            <pc:docMk/>
            <pc:sldMk cId="1740875932" sldId="285"/>
            <ac:spMk id="2" creationId="{CC79F8A9-4E89-FAF1-FDBA-8FEC004005E9}"/>
          </ac:spMkLst>
        </pc:spChg>
        <pc:picChg chg="add mod">
          <ac:chgData name="Vaishnavi Sharma" userId="ea37a4fbc9fb3e3c" providerId="LiveId" clId="{7B1C4C96-07CB-4EE1-902A-77E4A93775D3}" dt="2026-05-22T05:59:06.670" v="240" actId="1076"/>
          <ac:picMkLst>
            <pc:docMk/>
            <pc:sldMk cId="1740875932" sldId="285"/>
            <ac:picMk id="4" creationId="{8A1DD874-3C5A-4A8B-A811-0C539E0B7FFB}"/>
          </ac:picMkLst>
        </pc:picChg>
        <pc:picChg chg="add mod">
          <ac:chgData name="Vaishnavi Sharma" userId="ea37a4fbc9fb3e3c" providerId="LiveId" clId="{7B1C4C96-07CB-4EE1-902A-77E4A93775D3}" dt="2026-05-22T05:59:16.934" v="242" actId="1076"/>
          <ac:picMkLst>
            <pc:docMk/>
            <pc:sldMk cId="1740875932" sldId="285"/>
            <ac:picMk id="6" creationId="{115F5558-C903-7FC2-1EFD-12E479F0C25C}"/>
          </ac:picMkLst>
        </pc:picChg>
      </pc:sldChg>
      <pc:sldChg chg="addSp modSp new mod">
        <pc:chgData name="Vaishnavi Sharma" userId="ea37a4fbc9fb3e3c" providerId="LiveId" clId="{7B1C4C96-07CB-4EE1-902A-77E4A93775D3}" dt="2026-05-22T06:01:07.392" v="252" actId="1076"/>
        <pc:sldMkLst>
          <pc:docMk/>
          <pc:sldMk cId="1225992692" sldId="286"/>
        </pc:sldMkLst>
        <pc:spChg chg="mod">
          <ac:chgData name="Vaishnavi Sharma" userId="ea37a4fbc9fb3e3c" providerId="LiveId" clId="{7B1C4C96-07CB-4EE1-902A-77E4A93775D3}" dt="2026-05-22T06:00:08.980" v="248" actId="1076"/>
          <ac:spMkLst>
            <pc:docMk/>
            <pc:sldMk cId="1225992692" sldId="286"/>
            <ac:spMk id="2" creationId="{6E19EAEE-C6EE-0CCE-3AF0-19DE94796592}"/>
          </ac:spMkLst>
        </pc:spChg>
        <pc:picChg chg="add mod">
          <ac:chgData name="Vaishnavi Sharma" userId="ea37a4fbc9fb3e3c" providerId="LiveId" clId="{7B1C4C96-07CB-4EE1-902A-77E4A93775D3}" dt="2026-05-22T06:00:52.018" v="250" actId="1076"/>
          <ac:picMkLst>
            <pc:docMk/>
            <pc:sldMk cId="1225992692" sldId="286"/>
            <ac:picMk id="4" creationId="{DCABF93A-3E91-7F3E-5CF1-C1189934D0E1}"/>
          </ac:picMkLst>
        </pc:picChg>
        <pc:picChg chg="add mod">
          <ac:chgData name="Vaishnavi Sharma" userId="ea37a4fbc9fb3e3c" providerId="LiveId" clId="{7B1C4C96-07CB-4EE1-902A-77E4A93775D3}" dt="2026-05-22T06:01:07.392" v="252" actId="1076"/>
          <ac:picMkLst>
            <pc:docMk/>
            <pc:sldMk cId="1225992692" sldId="286"/>
            <ac:picMk id="6" creationId="{FC4AFC8D-85D2-8B95-89B5-F50DF856D2A4}"/>
          </ac:picMkLst>
        </pc:picChg>
      </pc:sldChg>
      <pc:sldChg chg="addSp modSp new mod">
        <pc:chgData name="Vaishnavi Sharma" userId="ea37a4fbc9fb3e3c" providerId="LiveId" clId="{7B1C4C96-07CB-4EE1-902A-77E4A93775D3}" dt="2026-05-22T06:04:36.193" v="276" actId="1076"/>
        <pc:sldMkLst>
          <pc:docMk/>
          <pc:sldMk cId="188669132" sldId="287"/>
        </pc:sldMkLst>
        <pc:spChg chg="mod">
          <ac:chgData name="Vaishnavi Sharma" userId="ea37a4fbc9fb3e3c" providerId="LiveId" clId="{7B1C4C96-07CB-4EE1-902A-77E4A93775D3}" dt="2026-05-22T06:03:45.467" v="272" actId="1076"/>
          <ac:spMkLst>
            <pc:docMk/>
            <pc:sldMk cId="188669132" sldId="287"/>
            <ac:spMk id="2" creationId="{2C8EB2AD-6577-5034-A48B-B1E8C7CB9760}"/>
          </ac:spMkLst>
        </pc:spChg>
        <pc:picChg chg="add mod">
          <ac:chgData name="Vaishnavi Sharma" userId="ea37a4fbc9fb3e3c" providerId="LiveId" clId="{7B1C4C96-07CB-4EE1-902A-77E4A93775D3}" dt="2026-05-22T06:04:26.256" v="274" actId="1076"/>
          <ac:picMkLst>
            <pc:docMk/>
            <pc:sldMk cId="188669132" sldId="287"/>
            <ac:picMk id="4" creationId="{BE05C561-4C02-45D3-0D66-FFA3B967D7D5}"/>
          </ac:picMkLst>
        </pc:picChg>
        <pc:picChg chg="add mod">
          <ac:chgData name="Vaishnavi Sharma" userId="ea37a4fbc9fb3e3c" providerId="LiveId" clId="{7B1C4C96-07CB-4EE1-902A-77E4A93775D3}" dt="2026-05-22T06:04:36.193" v="276" actId="1076"/>
          <ac:picMkLst>
            <pc:docMk/>
            <pc:sldMk cId="188669132" sldId="287"/>
            <ac:picMk id="6" creationId="{17769467-7B17-7E2D-F126-379A78714BFA}"/>
          </ac:picMkLst>
        </pc:picChg>
      </pc:sldChg>
      <pc:sldChg chg="modSp new mod">
        <pc:chgData name="Vaishnavi Sharma" userId="ea37a4fbc9fb3e3c" providerId="LiveId" clId="{7B1C4C96-07CB-4EE1-902A-77E4A93775D3}" dt="2026-06-02T10:13:47.001" v="344" actId="20577"/>
        <pc:sldMkLst>
          <pc:docMk/>
          <pc:sldMk cId="2316009939" sldId="288"/>
        </pc:sldMkLst>
        <pc:spChg chg="mod">
          <ac:chgData name="Vaishnavi Sharma" userId="ea37a4fbc9fb3e3c" providerId="LiveId" clId="{7B1C4C96-07CB-4EE1-902A-77E4A93775D3}" dt="2026-06-02T10:13:47.001" v="344" actId="20577"/>
          <ac:spMkLst>
            <pc:docMk/>
            <pc:sldMk cId="2316009939" sldId="288"/>
            <ac:spMk id="2" creationId="{3A360BEE-1E52-7DEA-B804-AFCC08A617D4}"/>
          </ac:spMkLst>
        </pc:spChg>
      </pc:sldChg>
      <pc:sldChg chg="addSp modSp new mod ord">
        <pc:chgData name="Vaishnavi Sharma" userId="ea37a4fbc9fb3e3c" providerId="LiveId" clId="{7B1C4C96-07CB-4EE1-902A-77E4A93775D3}" dt="2026-05-22T06:03:10.119" v="267"/>
        <pc:sldMkLst>
          <pc:docMk/>
          <pc:sldMk cId="3434178146" sldId="289"/>
        </pc:sldMkLst>
        <pc:spChg chg="mod">
          <ac:chgData name="Vaishnavi Sharma" userId="ea37a4fbc9fb3e3c" providerId="LiveId" clId="{7B1C4C96-07CB-4EE1-902A-77E4A93775D3}" dt="2026-05-22T06:01:49.652" v="261" actId="20577"/>
          <ac:spMkLst>
            <pc:docMk/>
            <pc:sldMk cId="3434178146" sldId="289"/>
            <ac:spMk id="2" creationId="{C08B6AC6-DC51-C0D0-E66F-23DA47D921FE}"/>
          </ac:spMkLst>
        </pc:spChg>
        <pc:picChg chg="add mod">
          <ac:chgData name="Vaishnavi Sharma" userId="ea37a4fbc9fb3e3c" providerId="LiveId" clId="{7B1C4C96-07CB-4EE1-902A-77E4A93775D3}" dt="2026-05-22T06:02:49.301" v="263" actId="1076"/>
          <ac:picMkLst>
            <pc:docMk/>
            <pc:sldMk cId="3434178146" sldId="289"/>
            <ac:picMk id="4" creationId="{BAD51CC1-4B98-7971-68DD-A701D7A91C73}"/>
          </ac:picMkLst>
        </pc:picChg>
        <pc:picChg chg="add mod">
          <ac:chgData name="Vaishnavi Sharma" userId="ea37a4fbc9fb3e3c" providerId="LiveId" clId="{7B1C4C96-07CB-4EE1-902A-77E4A93775D3}" dt="2026-05-22T06:03:00.531" v="265" actId="1076"/>
          <ac:picMkLst>
            <pc:docMk/>
            <pc:sldMk cId="3434178146" sldId="289"/>
            <ac:picMk id="6" creationId="{AC9398C5-14B1-B6D3-6819-74B69E0D9F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1CB04-F23A-4619-B7A8-DF08ABDF385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E8C68-1708-4B1F-9D88-3BC2734FC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9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E8C68-1708-4B1F-9D88-3BC2734FC62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5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3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8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01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0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95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62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13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33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680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128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31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86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906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22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2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F3BE6-7FE0-4571-AB2A-6D6787E8B6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FC4E4-DA6A-44E2-8842-626920FE9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90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6FA0F9-7D87-E5F7-EB78-190333A9B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60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5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7E25-DCE0-0486-BDFA-0D4090777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1" y="681566"/>
            <a:ext cx="10505544" cy="54948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purpose of building an </a:t>
            </a:r>
            <a:r>
              <a:rPr lang="en-US" b="1" dirty="0"/>
              <a:t>Online Quiz Management System</a:t>
            </a:r>
            <a:r>
              <a:rPr lang="en-US" dirty="0"/>
              <a:t> is to provide a </a:t>
            </a:r>
            <a:r>
              <a:rPr lang="en-US" b="1" dirty="0"/>
              <a:t>modern, interactive, and reliable platform</a:t>
            </a:r>
            <a:r>
              <a:rPr lang="en-US" dirty="0"/>
              <a:t> for conducting assessments. In today’s digital-first world, education and training demand tools that are:</a:t>
            </a:r>
          </a:p>
          <a:p>
            <a:r>
              <a:rPr lang="en-US" b="1" dirty="0"/>
              <a:t>Efficient</a:t>
            </a:r>
            <a:r>
              <a:rPr lang="en-US" dirty="0"/>
              <a:t> – Automates quiz creation, evaluation, and result generation.</a:t>
            </a:r>
          </a:p>
          <a:p>
            <a:r>
              <a:rPr lang="en-US" b="1" dirty="0"/>
              <a:t>Accessible</a:t>
            </a:r>
            <a:r>
              <a:rPr lang="en-US" dirty="0"/>
              <a:t> – Allows learners to participate anytime, anywhere, on any device.</a:t>
            </a:r>
          </a:p>
          <a:p>
            <a:r>
              <a:rPr lang="en-US" b="1" dirty="0"/>
              <a:t>Engaging</a:t>
            </a:r>
            <a:r>
              <a:rPr lang="en-US" dirty="0"/>
              <a:t> – Supports multiple question formats (MCQ, True/False, short answers) to keep learners motivated.</a:t>
            </a:r>
          </a:p>
          <a:p>
            <a:r>
              <a:rPr lang="en-US" b="1" dirty="0"/>
              <a:t>Transparent</a:t>
            </a:r>
            <a:r>
              <a:rPr lang="en-US" dirty="0"/>
              <a:t> – Ensures fair scoring and secure handling of user data.</a:t>
            </a:r>
          </a:p>
          <a:p>
            <a:r>
              <a:rPr lang="en-US" b="1" dirty="0"/>
              <a:t>Scalable</a:t>
            </a:r>
            <a:r>
              <a:rPr lang="en-US" dirty="0"/>
              <a:t> – Suitable for schools, universities, corporate training, and competitive exams.</a:t>
            </a:r>
          </a:p>
          <a:p>
            <a:r>
              <a:rPr lang="en-US" dirty="0"/>
              <a:t>✨ By choosing this project, we aim to </a:t>
            </a:r>
            <a:r>
              <a:rPr lang="en-US" b="1" dirty="0"/>
              <a:t>bridge the gap between traditional paper-based exams and digital learning solutions</a:t>
            </a:r>
            <a:r>
              <a:rPr lang="en-US" dirty="0"/>
              <a:t>, making assessments faster, smarter, and more learner-friendly.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47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F6343E-E6C8-7904-ED96-6FA4CFF23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155" y="180257"/>
            <a:ext cx="6230778" cy="24190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8C9C59-F836-55E9-63D7-BD20AAA8F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205" y="2845973"/>
            <a:ext cx="5639461" cy="329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38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C440D1-D69F-3538-9DAF-8195F8D2B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05" y="345375"/>
            <a:ext cx="5058528" cy="2465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DB98A-D074-27EC-12A5-33A23DDF2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779" y="3215968"/>
            <a:ext cx="8099887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7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E85077-67D7-12A6-90CB-AE9985F7A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85" y="65542"/>
            <a:ext cx="5381582" cy="2144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BCC33-F421-C47F-0635-F774F584C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807" y="3031806"/>
            <a:ext cx="8844993" cy="38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0BE81F-2646-6193-95C7-066446DAA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084" y="85033"/>
            <a:ext cx="6565249" cy="1997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46CD67-E5D0-2339-4E60-1D1D4A43E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2582333"/>
            <a:ext cx="7628467" cy="40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D6444-FB62-7F1E-EEC1-639B02821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54" y="214578"/>
            <a:ext cx="4115157" cy="1196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71D5A3-866D-96AB-3DC4-FDEA491DF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180" y="2019978"/>
            <a:ext cx="4244708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7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1DD1B-FFA9-4EB8-3C6E-75D11F9D8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22" y="139650"/>
            <a:ext cx="3254022" cy="1143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7CAB7-D9EA-7650-5AA4-A73AAC29E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09" y="2114436"/>
            <a:ext cx="3238781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6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CAD8-39E1-B434-13F7-A1842FD3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7800"/>
            <a:ext cx="9675811" cy="121073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Write a query to select all quizzes created after January 1, 2024, from the Quizzes table.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A5E8F-ADB9-5F55-DCA1-5A8643446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233950"/>
            <a:ext cx="3467584" cy="952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D491A-9662-54F0-56D8-EEE413106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74" y="2696971"/>
            <a:ext cx="854511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B9C0-DA65-60C4-BC67-9DBD4CAA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228601"/>
            <a:ext cx="9837472" cy="1270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Write a query to select all questions where the Question Type is 'Multiple Choice' and the Quiz ID is 3.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B8A0D-7016-83D7-A491-85CECB4D6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692724"/>
            <a:ext cx="5258534" cy="1152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177AB-1D36-AE74-1D76-F3C5AE06F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37" y="3429000"/>
            <a:ext cx="5449060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21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AAF8-8CB2-5318-542C-6FED2463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746" y="127451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Write a query to select all quizzes where the Quiz Name contains 'General'.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5D6CE-A609-9AC5-D53B-4802FF71A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746" y="1330252"/>
            <a:ext cx="3305636" cy="104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F86C59-E4EB-2748-3747-140FBC283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85" y="2857420"/>
            <a:ext cx="6487430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99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3A37-CCBE-03C9-96B1-23DAC5E7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423785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select Option Text and a new column Option Status from the Options table. If Is Correct is TRUE, set Option Status to 'Correct', otherwise 'Incorrect'.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A0016-28EE-E1DA-105D-999A45D42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4" y="1902355"/>
            <a:ext cx="4448796" cy="1886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3E9097-C512-DA91-5A69-2E662C217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923" y="1902355"/>
            <a:ext cx="387721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7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7DEB-49CD-F46F-5990-58260118F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680" y="144384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find all users who have answered more than 20 questions. Use a subquery in the WHERE clause to find these User IDs.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BE154-8C1C-5581-F8D2-29D0A3F20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1"/>
          <a:stretch>
            <a:fillRect/>
          </a:stretch>
        </p:blipFill>
        <p:spPr>
          <a:xfrm>
            <a:off x="1227667" y="1443413"/>
            <a:ext cx="5053012" cy="2210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29588D-AA91-4195-1A56-7BBC008F3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625" y="4085654"/>
            <a:ext cx="4782217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4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B1D8-0729-4655-E4C3-A9D93FB6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9014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Write a query to get the total number of questions for each quiz. Group the results by Quiz ID.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52C2C-60DF-7C6E-7780-6DA730959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195" y="1532467"/>
            <a:ext cx="4601217" cy="1800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254486-0970-59DF-CFDE-62F894BCA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487666"/>
            <a:ext cx="4856805" cy="275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61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C395-F71C-27A4-25CF-4BD5E852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946" y="135918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get the total number of quizzes created by each user, but only include users who have created more than 3 quizzes. Use the HAVING clause.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51860-3855-1390-FD6D-22057E541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91"/>
          <a:stretch>
            <a:fillRect/>
          </a:stretch>
        </p:blipFill>
        <p:spPr>
          <a:xfrm>
            <a:off x="1474789" y="1614488"/>
            <a:ext cx="4058216" cy="1342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51B5B-6033-B281-2DE3-DB2E9D5FB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725" y="3429000"/>
            <a:ext cx="3576807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5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C2D4-CFB9-30E1-92EE-0DC67FEA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47" y="254451"/>
            <a:ext cx="9905998" cy="103248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Write a query to select the top 5 quizzes with the highest number of questions.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7475C-D74A-8AC7-13CF-C606DFA4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33" y="1056086"/>
            <a:ext cx="6982799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8B16C-1580-7E7F-4479-9D8BBFA5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580" y="3429000"/>
            <a:ext cx="3753374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45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3B45-5E1E-F997-A969-AD359119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546" y="372985"/>
            <a:ext cx="9905998" cy="964749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join User Answers with Questions to get a list of all user answers including Username, Question Text, and Selected Option ID.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7A00A-6624-DDF8-9983-F85F2516E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60"/>
          <a:stretch>
            <a:fillRect/>
          </a:stretch>
        </p:blipFill>
        <p:spPr>
          <a:xfrm>
            <a:off x="956733" y="1265601"/>
            <a:ext cx="4461933" cy="2362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37302B-E8BA-23D2-D085-38B799F8B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29"/>
          <a:stretch>
            <a:fillRect/>
          </a:stretch>
        </p:blipFill>
        <p:spPr>
          <a:xfrm>
            <a:off x="5636694" y="1806922"/>
            <a:ext cx="621664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77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F8A9-4E89-FAF1-FDBA-8FEC0040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0518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get a list of all quizzes and any associated questions. Include quizzes that might not have any questions.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DD874-3C5A-4A8B-A811-0C539E0B7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1" y="1396390"/>
            <a:ext cx="7211431" cy="1152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5F5558-C903-7FC2-1EFD-12E479F0C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31" y="2822817"/>
            <a:ext cx="643027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75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EAEE-C6EE-0CCE-3AF0-19DE94796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5918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get the total number of options for each question. Use an INNER JOIN between Questions and Options, and group by Question ID.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BF93A-3E91-7F3E-5CF1-C1189934D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614488"/>
            <a:ext cx="8745170" cy="1200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4AFC8D-85D2-8B95-89B5-F50DF856D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265" y="3429000"/>
            <a:ext cx="5982535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92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6AC6-DC51-C0D0-E66F-23DA47D9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110518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find all quizzes where the average score for all users is higher than 80. Use a subquery in the WHERE clause to find these Quiz IDs.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51CC1-4B98-7971-68DD-A701D7A91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45" y="1404782"/>
            <a:ext cx="3296110" cy="2219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9398C5-14B1-B6D3-6819-74B69E0D9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915" y="4113706"/>
            <a:ext cx="856417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78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EB2AD-6577-5034-A48B-B1E8C7CB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4385"/>
            <a:ext cx="9905998" cy="147857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Write a query to list Username, </a:t>
            </a:r>
            <a:r>
              <a:rPr lang="en-IN" sz="2800" dirty="0" err="1">
                <a:solidFill>
                  <a:schemeClr val="bg1"/>
                </a:solidFill>
              </a:rPr>
              <a:t>QuizName</a:t>
            </a:r>
            <a:r>
              <a:rPr lang="en-IN" sz="2800" dirty="0">
                <a:solidFill>
                  <a:schemeClr val="bg1"/>
                </a:solidFill>
              </a:rPr>
              <a:t>, and Score for all users who have completed a quiz. Use INNER JOIN and LEFT JOIN as necessary to get all required details.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5C561-4C02-45D3-0D66-FFA3B967D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560" y="1487918"/>
            <a:ext cx="4334480" cy="1409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69467-7B17-7E2D-F126-379A78714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64091"/>
            <a:ext cx="4105848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9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0BEE-1E52-7DEA-B804-AFCC08A6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34" y="2074786"/>
            <a:ext cx="6722534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Thank You !</a:t>
            </a:r>
            <a:br>
              <a:rPr lang="en-US" sz="5400" dirty="0"/>
            </a:br>
            <a:r>
              <a:rPr lang="en-US" sz="5400"/>
              <a:t>Vaishnavi Sharma.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316009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155</TotalTime>
  <Words>495</Words>
  <Application>Microsoft Office PowerPoint</Application>
  <PresentationFormat>Widescreen</PresentationFormat>
  <Paragraphs>22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a query to select all quizzes created after January 1, 2024, from the Quizzes table. </vt:lpstr>
      <vt:lpstr>Write a query to select all questions where the Question Type is 'Multiple Choice' and the Quiz ID is 3. </vt:lpstr>
      <vt:lpstr>Write a query to select all quizzes where the Quiz Name contains 'General'. </vt:lpstr>
      <vt:lpstr>Write a query to select Option Text and a new column Option Status from the Options table. If Is Correct is TRUE, set Option Status to 'Correct', otherwise 'Incorrect'. </vt:lpstr>
      <vt:lpstr>Write a query to find all users who have answered more than 20 questions. Use a subquery in the WHERE clause to find these User IDs. </vt:lpstr>
      <vt:lpstr>Write a query to get the total number of questions for each quiz. Group the results by Quiz ID. </vt:lpstr>
      <vt:lpstr>Write a query to get the total number of quizzes created by each user, but only include users who have created more than 3 quizzes. Use the HAVING clause. </vt:lpstr>
      <vt:lpstr>Write a query to select the top 5 quizzes with the highest number of questions. </vt:lpstr>
      <vt:lpstr>Write a query to join User Answers with Questions to get a list of all user answers including Username, Question Text, and Selected Option ID. </vt:lpstr>
      <vt:lpstr>Write a query to get a list of all quizzes and any associated questions. Include quizzes that might not have any questions. </vt:lpstr>
      <vt:lpstr>Write a query to get the total number of options for each question. Use an INNER JOIN between Questions and Options, and group by Question ID. </vt:lpstr>
      <vt:lpstr>Write a query to find all quizzes where the average score for all users is higher than 80. Use a subquery in the WHERE clause to find these Quiz IDs. </vt:lpstr>
      <vt:lpstr>Write a query to list Username, QuizName, and Score for all users who have completed a quiz. Use INNER JOIN and LEFT JOIN as necessary to get all required details. </vt:lpstr>
      <vt:lpstr>Thank You ! Vaishnavi Sharma.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Sharma</dc:creator>
  <cp:lastModifiedBy>Vaishnavi Sharma</cp:lastModifiedBy>
  <cp:revision>1</cp:revision>
  <dcterms:created xsi:type="dcterms:W3CDTF">2026-05-21T08:45:03Z</dcterms:created>
  <dcterms:modified xsi:type="dcterms:W3CDTF">2026-06-02T10:13:48Z</dcterms:modified>
</cp:coreProperties>
</file>